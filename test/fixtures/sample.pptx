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E8D2-898C-533F-38B0-D5C3113BE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FC13D-EEDE-BB10-8F33-201E5CC1C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BF48F-9BCE-BDAE-E4AA-0090FC7A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A94EA-5C38-8B17-3A4F-9BDC1DBD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76E8-D110-E0AC-6673-D73C1E61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9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25DA-361B-6B59-4A27-46A22BD5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6D63-5EAF-5478-65CF-0E4F0D7E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2E70-9419-F9DD-C292-B3E36AD5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2EFBA-1DE2-637E-174D-D2D20808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07E5-E207-C797-D548-8599B8D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4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1D5E-FCB3-7E03-A351-8FC74039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24336-08DC-6F79-22C3-2B16C7FB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B1AF8-E8F0-3B15-E58F-C63D5E41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12F8-97AE-EF73-59AC-E675BF20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F12CA-F63B-50C6-B5C9-8F1D1FCC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7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CB28-B827-EB75-0684-2C94FE52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5D4A-F5E7-6E6E-0A3F-5B4ACFD52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1C2F2-D587-BC6F-C73C-1E4B7142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8A3ED-FE90-F521-C012-E55471D1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F00B9-B450-8BD0-4174-230EF82D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9E15-49B1-55D4-003B-A646FD2F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2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0EFF-E799-C05E-F5E7-89BB1FF9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1674D-2F70-FEC6-BC9D-DA1638F15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611C0-1EF2-0810-2EA3-FF6289B57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7E7D9-FED2-6AC2-4EEC-5D5BBAF5E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E2CA2-44B6-D09B-9300-1F911AA43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04200-C8D2-1B6F-7C0F-8D0F622B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8DD76-9ED7-5393-0AE4-F3B7B0B3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90148-6F4A-4202-FA31-ED19E7D1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1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1DF2-0B14-84B4-FF50-C152579A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C0249-DA41-1D60-183F-EF23C65F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05C57D-BE1A-2409-6A31-D7D1AFE1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CBBD3-FD63-FB5F-5EB5-1C1AB7DA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8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29780-7BF1-912F-93B5-37D4B516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33B67-F97A-D13E-7DE8-D19426BDC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D5A16-D845-637C-32AD-66F79E97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2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8D92-84DC-8BB4-4A70-E6FB8348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AB69-2216-1927-B5D8-269B193F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0BE5A-5C38-1598-BEEE-8187FD705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7CD74-6AC2-BB70-6795-C27CBA99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09463-7874-F783-8385-E697ADE1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142E8-AEEE-3ADD-024C-2767AD10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3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FC90-4277-4EE7-6EEC-D4DC89BE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A52AB-0B6F-2FA3-1CC5-610D23AF5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D0524-74D1-C022-508D-408227B0D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0849-E8CD-63E1-C778-DC9CE685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26B4-8FEF-7037-C9FE-4B2AE5CC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A74C2-3BD1-E602-2BF7-4F0A4DF3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4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3363-6A56-F991-3AEA-040236A7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978DD-EE7A-E6FA-DD86-82A42BA6C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5035C-B4C2-AE39-1595-E58770B9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87FF9-DA38-435F-1E5C-12A6E3A2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106C-B1AB-38E6-F503-004AF2A2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9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F100B-309F-A83F-CB9B-33A129BDA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691DA-5C7E-7565-0A53-E59079BAB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B5D76-E326-6726-080C-B3EEE804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040F-CE64-0F72-D347-2B674D5C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E010-349D-E0AA-00DF-3A5DC5F7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9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CCE22-A29C-466F-5E6D-D855D460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C9BB0-0BF7-DB6C-9894-3BE02721A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1B09E-8216-373F-3CD4-EAAC438E3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A58A5-F652-594F-8834-A7BED47DC7C3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9D894-62BB-7A17-639C-6E876AAE3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B6BE-A8C6-8D86-E10D-51029FF69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B893D-367C-7F40-B639-7B9FB79C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6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26AE-A825-E772-AE71-F4B76286F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9BB3F-4163-5312-8B4F-963B930EA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to the deck.</a:t>
            </a:r>
          </a:p>
        </p:txBody>
      </p:sp>
    </p:spTree>
    <p:extLst>
      <p:ext uri="{BB962C8B-B14F-4D97-AF65-F5344CB8AC3E}">
        <p14:creationId xmlns:p14="http://schemas.microsoft.com/office/powerpoint/2010/main" val="176340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9A10-8D4E-9185-7156-89BC2B0A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3859-7D6A-CA4D-A856-9D82256F6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EA1F7-DAFB-FFF4-F71B-0B8E6CA68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Revenue is up 18%.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0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Intro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Deshmukh, Pranit</dc:creator>
  <cp:lastModifiedBy>Deshmukh, Pranit</cp:lastModifiedBy>
  <cp:revision>1</cp:revision>
  <dcterms:created xsi:type="dcterms:W3CDTF">2026-07-21T07:19:34Z</dcterms:created>
  <dcterms:modified xsi:type="dcterms:W3CDTF">2026-07-21T07:20:49Z</dcterms:modified>
</cp:coreProperties>
</file>